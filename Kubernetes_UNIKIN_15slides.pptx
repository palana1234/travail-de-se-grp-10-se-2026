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sans titre" id="{F16F4485-38D0-4BDA-8832-8138A00D125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71"/>
            <p14:sldId id="264"/>
            <p14:sldId id="265"/>
            <p14:sldId id="266"/>
            <p14:sldId id="267"/>
            <p14:sldId id="268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59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8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57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67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57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82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6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93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50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39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87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03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storage.googleapis.com/minikube/releases/latest/minikube-linux-amd64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800" dirty="0" smtClean="0"/>
              <a:t>UNIVERSITÉ </a:t>
            </a:r>
            <a:r>
              <a:rPr sz="2800" dirty="0"/>
              <a:t>DE KINSHASA</a:t>
            </a:r>
          </a:p>
          <a:p>
            <a:r>
              <a:rPr sz="2800" dirty="0"/>
              <a:t>FACULTÉ DES </a:t>
            </a:r>
            <a:r>
              <a:rPr sz="2800" dirty="0" smtClean="0"/>
              <a:t>SCIENCES</a:t>
            </a:r>
            <a:r>
              <a:rPr lang="en-US" sz="2800" dirty="0" smtClean="0"/>
              <a:t> ET TECHNOLOGIES</a:t>
            </a:r>
            <a:endParaRPr sz="2800" dirty="0"/>
          </a:p>
          <a:p>
            <a:r>
              <a:rPr sz="2800" dirty="0"/>
              <a:t>DÉPARTEMENT </a:t>
            </a:r>
            <a:r>
              <a:rPr lang="en-US" sz="2800" dirty="0" smtClean="0"/>
              <a:t>: MATHEMATIQUE, STATISTIQUES ET INFORMATIQUE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66452"/>
            <a:ext cx="8229600" cy="41597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smtClean="0"/>
              <a:t>Promotion </a:t>
            </a:r>
            <a:r>
              <a:rPr dirty="0"/>
              <a:t>: </a:t>
            </a:r>
            <a:r>
              <a:rPr dirty="0" smtClean="0"/>
              <a:t>L</a:t>
            </a:r>
            <a:r>
              <a:rPr lang="en-US" dirty="0" smtClean="0"/>
              <a:t>2</a:t>
            </a:r>
            <a:r>
              <a:rPr lang="en-US" dirty="0"/>
              <a:t> </a:t>
            </a:r>
            <a:r>
              <a:rPr lang="en-US" dirty="0" smtClean="0"/>
              <a:t>INFORMATIQUE</a:t>
            </a:r>
            <a:endParaRPr dirty="0"/>
          </a:p>
        </p:txBody>
      </p:sp>
      <p:sp>
        <p:nvSpPr>
          <p:cNvPr id="4" name="Parchemin horizontal 3"/>
          <p:cNvSpPr/>
          <p:nvPr/>
        </p:nvSpPr>
        <p:spPr>
          <a:xfrm>
            <a:off x="1189703" y="2005782"/>
            <a:ext cx="7061238" cy="2487560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dirty="0" smtClean="0"/>
          </a:p>
          <a:p>
            <a:pPr algn="ctr"/>
            <a:r>
              <a:rPr lang="fr-FR" sz="2800" dirty="0" smtClean="0"/>
              <a:t>Travail </a:t>
            </a:r>
            <a:r>
              <a:rPr lang="fr-FR" sz="2800" dirty="0"/>
              <a:t>pratique de Système d’exploitation Installation et Configuration de </a:t>
            </a:r>
            <a:r>
              <a:rPr lang="fr-FR" sz="2800" dirty="0" smtClean="0"/>
              <a:t>KUBERNETES </a:t>
            </a:r>
            <a:r>
              <a:rPr lang="fr-FR" sz="2800" dirty="0"/>
              <a:t>sous Ubuntu</a:t>
            </a:r>
          </a:p>
          <a:p>
            <a:pPr algn="ctr"/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 DU TRAVAIL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Origine</a:t>
            </a: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Comprendre</a:t>
            </a: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Kubernetes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Architecture de Kubernetes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Explication des services de Kubernetes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Types </a:t>
            </a:r>
            <a:r>
              <a:rPr lang="en-US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d’installation</a:t>
            </a: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Installation de Kubernetes via </a:t>
            </a:r>
            <a:r>
              <a:rPr lang="en-US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Minikube</a:t>
            </a:r>
            <a:endParaRPr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Origine</a:t>
            </a:r>
            <a:r>
              <a:rPr lang="en-US" dirty="0" smtClean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Kubernetes</a:t>
            </a:r>
            <a:r>
              <a:rPr lang="fr-FR" dirty="0"/>
              <a:t> vient du grec qui veut dire pilote (cf. logo)</a:t>
            </a:r>
            <a:endParaRPr lang="en-US" dirty="0"/>
          </a:p>
          <a:p>
            <a:r>
              <a:rPr lang="fr-FR" dirty="0"/>
              <a:t>			Est un outil créé par Google en 2014 pour 			gérer automatiquement des conteneurs.</a:t>
            </a:r>
            <a:endParaRPr lang="en-US" dirty="0"/>
          </a:p>
          <a:p>
            <a:r>
              <a:rPr lang="fr-FR" dirty="0"/>
              <a:t>			Il est inspire d’un ancien système interne </a:t>
            </a:r>
            <a:endParaRPr lang="en-US" dirty="0"/>
          </a:p>
          <a:p>
            <a:r>
              <a:rPr lang="fr-FR" dirty="0"/>
              <a:t>			De </a:t>
            </a:r>
            <a:r>
              <a:rPr lang="fr-FR" dirty="0" err="1"/>
              <a:t>google</a:t>
            </a:r>
            <a:r>
              <a:rPr lang="fr-FR" dirty="0"/>
              <a:t> appelé BORG, utilise pour faire fonctionner des services comme Gmail et YouTube.</a:t>
            </a:r>
            <a:endParaRPr lang="en-US" dirty="0"/>
          </a:p>
          <a:p>
            <a:r>
              <a:rPr lang="fr-FR" dirty="0"/>
              <a:t>Aujourd’hui, </a:t>
            </a:r>
            <a:r>
              <a:rPr lang="fr-FR" dirty="0" err="1"/>
              <a:t>Kubernetes</a:t>
            </a:r>
            <a:r>
              <a:rPr lang="fr-FR" dirty="0"/>
              <a:t> est open-source, géré par la CNCF, c’est le standard mondial du cloud et du </a:t>
            </a:r>
            <a:r>
              <a:rPr lang="fr-FR" dirty="0" err="1"/>
              <a:t>DevOps</a:t>
            </a:r>
            <a:r>
              <a:rPr lang="fr-FR" dirty="0"/>
              <a:t>. 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8" y="2448232"/>
            <a:ext cx="3018503" cy="1484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C’est</a:t>
            </a:r>
            <a:r>
              <a:rPr lang="en-US" dirty="0" smtClean="0"/>
              <a:t> quoi  Kubernetes 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3600" dirty="0" err="1"/>
              <a:t>Kubernetes</a:t>
            </a:r>
            <a:r>
              <a:rPr lang="fr-FR" sz="3600" dirty="0"/>
              <a:t> est une plateforme open source d’orchestration de conteneurs qui permet d’automatiser le déploiement, la mise à l’échelle et la gestion des applications conteneurisées. Il fonctionne sous forme de cluster composé de plusieurs machines appelées nœuds.</a:t>
            </a:r>
            <a:endParaRPr lang="en-US" sz="3600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Kubernetes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 Plane</a:t>
            </a:r>
          </a:p>
          <a:p>
            <a:r>
              <a:t>Worker Nodes</a:t>
            </a:r>
          </a:p>
          <a:p>
            <a:r>
              <a:t>Pods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204" y="2011680"/>
            <a:ext cx="5587676" cy="4093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 services de </a:t>
            </a:r>
            <a:r>
              <a:rPr lang="en-US" dirty="0" err="1" smtClean="0"/>
              <a:t>kubernetes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fr-FR" b="1" dirty="0" smtClean="0"/>
              <a:t>1️ Client</a:t>
            </a:r>
          </a:p>
          <a:p>
            <a:pPr marL="0" indent="0">
              <a:buNone/>
            </a:pPr>
            <a:r>
              <a:rPr lang="fr-FR" dirty="0"/>
              <a:t>Celui qui interagit avec le cluster.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fr-FR" b="1" dirty="0"/>
              <a:t>2️ Control Plane (plan de contrôle)</a:t>
            </a:r>
            <a:endParaRPr lang="en-US" dirty="0"/>
          </a:p>
          <a:p>
            <a:pPr marL="0" indent="0">
              <a:buNone/>
            </a:pPr>
            <a:r>
              <a:rPr lang="fr-FR" dirty="0"/>
              <a:t>C’est le cerveau du cluster </a:t>
            </a:r>
            <a:r>
              <a:rPr lang="fr-FR" dirty="0" err="1"/>
              <a:t>Kubernetes</a:t>
            </a:r>
            <a:r>
              <a:rPr lang="fr-FR" dirty="0"/>
              <a:t>.</a:t>
            </a:r>
            <a:endParaRPr lang="en-US" dirty="0"/>
          </a:p>
          <a:p>
            <a:pPr marL="0" indent="0">
              <a:buNone/>
            </a:pPr>
            <a:r>
              <a:rPr lang="fr-FR" dirty="0"/>
              <a:t>Il décide quoi faire, où le faire, et quand le faire.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 </a:t>
            </a:r>
            <a:r>
              <a:rPr lang="en-US" dirty="0" err="1" smtClean="0"/>
              <a:t>d’installation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Minikube</a:t>
            </a:r>
            <a:r>
              <a:rPr lang="en-US" dirty="0" smtClean="0"/>
              <a:t> sur </a:t>
            </a:r>
            <a:r>
              <a:rPr lang="en-US" dirty="0" err="1" smtClean="0"/>
              <a:t>votre</a:t>
            </a:r>
            <a:r>
              <a:rPr lang="en-US" dirty="0" smtClean="0"/>
              <a:t> bureau ( Linux, Windows, </a:t>
            </a:r>
            <a:r>
              <a:rPr lang="en-US" dirty="0" err="1" smtClean="0"/>
              <a:t>MacOS</a:t>
            </a:r>
            <a:r>
              <a:rPr lang="en-US" dirty="0" smtClean="0"/>
              <a:t>)</a:t>
            </a:r>
          </a:p>
          <a:p>
            <a:r>
              <a:rPr lang="en-US" dirty="0" smtClean="0"/>
              <a:t>Form scratch : un </a:t>
            </a:r>
            <a:r>
              <a:rPr lang="en-US" dirty="0" err="1" smtClean="0"/>
              <a:t>peu</a:t>
            </a:r>
            <a:r>
              <a:rPr lang="en-US" dirty="0" smtClean="0"/>
              <a:t> </a:t>
            </a:r>
            <a:r>
              <a:rPr lang="en-US" dirty="0" err="1" smtClean="0"/>
              <a:t>abandonne</a:t>
            </a:r>
            <a:endParaRPr lang="en-US" dirty="0" smtClean="0"/>
          </a:p>
          <a:p>
            <a:r>
              <a:rPr lang="en-US" dirty="0" smtClean="0"/>
              <a:t>Via </a:t>
            </a:r>
            <a:r>
              <a:rPr lang="en-US" dirty="0" err="1" smtClean="0"/>
              <a:t>Kubeadm</a:t>
            </a:r>
            <a:r>
              <a:rPr lang="en-US" dirty="0" smtClean="0"/>
              <a:t> : A </a:t>
            </a:r>
            <a:r>
              <a:rPr lang="en-US" dirty="0" err="1" smtClean="0"/>
              <a:t>preferer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Dans</a:t>
            </a:r>
            <a:r>
              <a:rPr lang="en-US" dirty="0" smtClean="0"/>
              <a:t> le Cloud 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GKE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EKS </a:t>
            </a:r>
            <a:endParaRPr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Préparation</a:t>
            </a:r>
            <a:r>
              <a:rPr dirty="0"/>
              <a:t> du </a:t>
            </a:r>
            <a:r>
              <a:rPr dirty="0" err="1" smtClean="0"/>
              <a:t>système</a:t>
            </a:r>
            <a:r>
              <a:rPr lang="en-US" dirty="0" smtClean="0"/>
              <a:t> &amp; </a:t>
            </a:r>
            <a:r>
              <a:rPr lang="en-US" dirty="0" err="1"/>
              <a:t>Prérequis</a:t>
            </a:r>
            <a:r>
              <a:rPr lang="en-US" dirty="0"/>
              <a:t> </a:t>
            </a:r>
            <a:r>
              <a:rPr lang="en-US" dirty="0" err="1"/>
              <a:t>matériels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 smtClean="0"/>
              <a:t> </a:t>
            </a:r>
            <a:r>
              <a:rPr lang="fr-FR" dirty="0"/>
              <a:t>Prérequis matériels</a:t>
            </a:r>
            <a:endParaRPr lang="en-US" dirty="0"/>
          </a:p>
          <a:p>
            <a:pPr marL="0" indent="0">
              <a:buNone/>
            </a:pPr>
            <a:r>
              <a:rPr lang="fr-FR" dirty="0"/>
              <a:t>	•	Processeur : 2 cœurs minimum</a:t>
            </a:r>
            <a:endParaRPr lang="en-US" dirty="0"/>
          </a:p>
          <a:p>
            <a:pPr marL="0" indent="0">
              <a:buNone/>
            </a:pPr>
            <a:r>
              <a:rPr lang="fr-FR" dirty="0"/>
              <a:t>	•	Mémoire RAM : 2 Go minimum (4 Go recommandé</a:t>
            </a:r>
            <a:r>
              <a:rPr lang="fr-FR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fr-FR" dirty="0"/>
              <a:t>	•	Espace disque : 20 Go minimum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fr-FR" dirty="0" smtClean="0"/>
              <a:t> </a:t>
            </a:r>
            <a:r>
              <a:rPr lang="fr-FR" dirty="0"/>
              <a:t>Prérequis logiciels</a:t>
            </a:r>
            <a:endParaRPr lang="en-US" dirty="0"/>
          </a:p>
          <a:p>
            <a:pPr marL="0" indent="0">
              <a:buNone/>
            </a:pPr>
            <a:r>
              <a:rPr lang="fr-FR" dirty="0"/>
              <a:t>	•	Système d’exploitation : Ubuntu 20.04 ou 22.04</a:t>
            </a:r>
            <a:endParaRPr lang="en-US" dirty="0"/>
          </a:p>
          <a:p>
            <a:pPr marL="0" indent="0">
              <a:buNone/>
            </a:pPr>
            <a:r>
              <a:rPr lang="fr-FR" dirty="0"/>
              <a:t>	•	Accès administrateur (</a:t>
            </a:r>
            <a:r>
              <a:rPr lang="fr-FR" dirty="0" err="1"/>
              <a:t>sudo</a:t>
            </a:r>
            <a:r>
              <a:rPr lang="fr-FR" dirty="0"/>
              <a:t>)</a:t>
            </a:r>
            <a:endParaRPr lang="en-US" dirty="0"/>
          </a:p>
          <a:p>
            <a:pPr marL="0" indent="0">
              <a:buNone/>
            </a:pPr>
            <a:r>
              <a:rPr lang="fr-FR" dirty="0"/>
              <a:t>	•	Connexion Internet stable</a:t>
            </a:r>
            <a:endParaRPr lang="en-US" dirty="0"/>
          </a:p>
          <a:p>
            <a:pPr marL="0" indent="0">
              <a:buNone/>
            </a:pPr>
            <a:r>
              <a:rPr lang="fr-FR" dirty="0"/>
              <a:t>	•	Désactivation du swap (obligatoire pour </a:t>
            </a:r>
            <a:r>
              <a:rPr lang="fr-FR" dirty="0" err="1"/>
              <a:t>Kubernetes</a:t>
            </a:r>
            <a:r>
              <a:rPr lang="fr-FR" dirty="0"/>
              <a:t>)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MISE A JOUR DES FICHIERS SYSTÈME UBUNTU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La première étape consiste à mettre à jour le système afin d’éviter tout conflit de dépendances.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Taper le </a:t>
            </a:r>
            <a:r>
              <a:rPr lang="en-US" dirty="0" err="1" smtClean="0"/>
              <a:t>commandes</a:t>
            </a:r>
            <a:r>
              <a:rPr lang="en-US" dirty="0" smtClean="0"/>
              <a:t> </a:t>
            </a:r>
            <a:r>
              <a:rPr lang="en-US" dirty="0" err="1" smtClean="0"/>
              <a:t>suivante</a:t>
            </a:r>
            <a:r>
              <a:rPr lang="en-US" dirty="0" smtClean="0"/>
              <a:t> : </a:t>
            </a:r>
            <a:endParaRPr lang="en-US" dirty="0"/>
          </a:p>
          <a:p>
            <a:r>
              <a:rPr lang="en-US" dirty="0" err="1"/>
              <a:t>sudo</a:t>
            </a:r>
            <a:r>
              <a:rPr lang="en-US" dirty="0"/>
              <a:t> apt update </a:t>
            </a:r>
          </a:p>
          <a:p>
            <a:r>
              <a:rPr lang="en-US" dirty="0" err="1"/>
              <a:t>sudo</a:t>
            </a:r>
            <a:r>
              <a:rPr lang="en-US" dirty="0"/>
              <a:t> apt upgrade -y</a:t>
            </a:r>
          </a:p>
        </p:txBody>
      </p:sp>
    </p:spTree>
    <p:extLst>
      <p:ext uri="{BB962C8B-B14F-4D97-AF65-F5344CB8AC3E}">
        <p14:creationId xmlns:p14="http://schemas.microsoft.com/office/powerpoint/2010/main" val="88707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Installation de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Installation via </a:t>
            </a:r>
            <a:r>
              <a:rPr dirty="0" smtClean="0"/>
              <a:t>apt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dirty="0"/>
          </a:p>
          <a:p>
            <a:r>
              <a:rPr dirty="0" smtClean="0"/>
              <a:t>Activation </a:t>
            </a:r>
            <a:r>
              <a:rPr dirty="0"/>
              <a:t>du service </a:t>
            </a:r>
            <a:r>
              <a:rPr dirty="0" smtClean="0"/>
              <a:t>Docker</a:t>
            </a:r>
            <a:endParaRPr lang="en-US" dirty="0" smtClean="0"/>
          </a:p>
          <a:p>
            <a:endParaRPr lang="en-US" dirty="0"/>
          </a:p>
          <a:p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022554" y="2451182"/>
            <a:ext cx="5458581" cy="580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/>
              <a:t>apt install Docker.io –y</a:t>
            </a:r>
          </a:p>
          <a:p>
            <a:pPr algn="ctr"/>
            <a:r>
              <a:rPr lang="en-US" dirty="0" smtClean="0"/>
              <a:t> </a:t>
            </a:r>
            <a:endParaRPr lang="en-US" dirty="0"/>
          </a:p>
          <a:p>
            <a:pPr algn="ctr"/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022555" y="4630993"/>
            <a:ext cx="5458581" cy="580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pPr algn="ctr"/>
            <a:r>
              <a:rPr lang="fr-FR" dirty="0" err="1" smtClean="0"/>
              <a:t>Sudo</a:t>
            </a:r>
            <a:r>
              <a:rPr lang="fr-FR" dirty="0" smtClean="0"/>
              <a:t> </a:t>
            </a:r>
            <a:r>
              <a:rPr lang="fr-FR" dirty="0" err="1"/>
              <a:t>usermod</a:t>
            </a:r>
            <a:r>
              <a:rPr lang="fr-FR" dirty="0"/>
              <a:t> –Ag docker $USER </a:t>
            </a:r>
            <a:r>
              <a:rPr lang="en-US" dirty="0" smtClean="0"/>
              <a:t> </a:t>
            </a:r>
            <a:endParaRPr lang="en-US" dirty="0"/>
          </a:p>
          <a:p>
            <a:pPr algn="ctr"/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Installation de </a:t>
            </a:r>
            <a:r>
              <a:rPr dirty="0" err="1" smtClean="0"/>
              <a:t>Composants</a:t>
            </a:r>
            <a:r>
              <a:rPr dirty="0" smtClean="0"/>
              <a:t> </a:t>
            </a:r>
            <a:r>
              <a:rPr dirty="0"/>
              <a:t>Kubernetes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K</a:t>
            </a:r>
            <a:r>
              <a:rPr dirty="0" err="1" smtClean="0"/>
              <a:t>ubectl</a:t>
            </a:r>
            <a:r>
              <a:rPr lang="en-US" dirty="0" smtClean="0"/>
              <a:t> = </a:t>
            </a:r>
            <a:r>
              <a:rPr lang="en-US" dirty="0" err="1" smtClean="0"/>
              <a:t>outil</a:t>
            </a:r>
            <a:r>
              <a:rPr lang="en-US" dirty="0" smtClean="0"/>
              <a:t> qui nous </a:t>
            </a:r>
            <a:r>
              <a:rPr lang="en-US" dirty="0" err="1" smtClean="0"/>
              <a:t>permettra</a:t>
            </a:r>
            <a:r>
              <a:rPr lang="en-US" dirty="0" smtClean="0"/>
              <a:t> </a:t>
            </a:r>
            <a:r>
              <a:rPr lang="en-US" dirty="0" err="1" smtClean="0"/>
              <a:t>d’utiliser</a:t>
            </a:r>
            <a:r>
              <a:rPr lang="en-US" dirty="0" smtClean="0"/>
              <a:t> Kubernetes  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Sur le terminal de Linux taper la </a:t>
            </a:r>
            <a:r>
              <a:rPr lang="en-US" dirty="0" err="1" smtClean="0"/>
              <a:t>commade</a:t>
            </a:r>
            <a:r>
              <a:rPr lang="en-US" dirty="0" smtClean="0"/>
              <a:t> </a:t>
            </a:r>
            <a:r>
              <a:rPr lang="en-US" dirty="0" err="1" smtClean="0"/>
              <a:t>suivante</a:t>
            </a:r>
            <a:r>
              <a:rPr lang="en-US" dirty="0" smtClean="0"/>
              <a:t> 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Definition de </a:t>
            </a:r>
            <a:r>
              <a:rPr lang="en-US" dirty="0" err="1" smtClean="0"/>
              <a:t>l’emplacement</a:t>
            </a:r>
            <a:r>
              <a:rPr lang="en-US" dirty="0" smtClean="0"/>
              <a:t> et </a:t>
            </a:r>
            <a:r>
              <a:rPr lang="en-US" dirty="0" err="1" smtClean="0"/>
              <a:t>Ensuite</a:t>
            </a:r>
            <a:r>
              <a:rPr lang="en-US" dirty="0" smtClean="0"/>
              <a:t> pour verifier </a:t>
            </a:r>
            <a:r>
              <a:rPr lang="en-US" dirty="0" err="1" smtClean="0"/>
              <a:t>l’installation</a:t>
            </a:r>
            <a:r>
              <a:rPr lang="en-US" dirty="0" smtClean="0"/>
              <a:t> </a:t>
            </a:r>
            <a:r>
              <a:rPr lang="en-US" dirty="0" err="1" smtClean="0"/>
              <a:t>faite</a:t>
            </a:r>
            <a:r>
              <a:rPr lang="en-US" dirty="0" smtClean="0"/>
              <a:t> :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337187" y="3018503"/>
            <a:ext cx="5458581" cy="1042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Curl </a:t>
            </a:r>
            <a:r>
              <a:rPr lang="en-US" dirty="0"/>
              <a:t>–LO “https://dl.k8s.io/release/$(curl -L -S https:// dl.k8s.io/release/stable.txt)/bin/</a:t>
            </a:r>
            <a:r>
              <a:rPr lang="en-US" dirty="0" err="1"/>
              <a:t>linux</a:t>
            </a:r>
            <a:r>
              <a:rPr lang="en-US" dirty="0"/>
              <a:t>/amd64/</a:t>
            </a:r>
            <a:r>
              <a:rPr lang="en-US" dirty="0" err="1"/>
              <a:t>kubectl</a:t>
            </a:r>
            <a:r>
              <a:rPr lang="en-US" dirty="0"/>
              <a:t>”</a:t>
            </a:r>
          </a:p>
          <a:p>
            <a:pPr algn="ctr"/>
            <a:r>
              <a:rPr lang="en-US" dirty="0" smtClean="0"/>
              <a:t>  </a:t>
            </a:r>
            <a:endParaRPr lang="en-US" dirty="0"/>
          </a:p>
          <a:p>
            <a:pPr algn="ctr"/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337187" y="5068529"/>
            <a:ext cx="5458581" cy="988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/>
              <a:t>install </a:t>
            </a:r>
            <a:r>
              <a:rPr lang="en-US" dirty="0" err="1"/>
              <a:t>kebectl</a:t>
            </a:r>
            <a:r>
              <a:rPr lang="en-US" dirty="0"/>
              <a:t>   /</a:t>
            </a:r>
            <a:r>
              <a:rPr lang="en-US" dirty="0" err="1" smtClean="0"/>
              <a:t>usr</a:t>
            </a:r>
            <a:r>
              <a:rPr lang="en-US" dirty="0" smtClean="0"/>
              <a:t>/local/bin/</a:t>
            </a:r>
            <a:r>
              <a:rPr lang="en-US" dirty="0" err="1" smtClean="0"/>
              <a:t>kubectl</a:t>
            </a:r>
            <a:endParaRPr lang="en-US" dirty="0" smtClean="0"/>
          </a:p>
          <a:p>
            <a:pPr algn="ctr"/>
            <a:endParaRPr lang="en-US" dirty="0" smtClean="0"/>
          </a:p>
          <a:p>
            <a:pPr algn="ctr"/>
            <a:r>
              <a:rPr lang="fr-FR" dirty="0" err="1"/>
              <a:t>Kubectl</a:t>
            </a:r>
            <a:r>
              <a:rPr lang="fr-FR" dirty="0"/>
              <a:t> version --client</a:t>
            </a:r>
            <a:endParaRPr lang="en-US" dirty="0"/>
          </a:p>
          <a:p>
            <a:pPr algn="ctr"/>
            <a:r>
              <a:rPr lang="en-US" dirty="0" smtClean="0"/>
              <a:t> </a:t>
            </a:r>
            <a:endParaRPr lang="en-US" dirty="0"/>
          </a:p>
          <a:p>
            <a:pPr algn="ctr"/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err="1" smtClean="0"/>
              <a:t>minikube</a:t>
            </a:r>
            <a:r>
              <a:rPr lang="en-US" dirty="0" smtClean="0"/>
              <a:t>: </a:t>
            </a:r>
            <a:r>
              <a:rPr lang="en-US" dirty="0" err="1" smtClean="0"/>
              <a:t>qu’est-ce</a:t>
            </a:r>
            <a:r>
              <a:rPr lang="en-US" dirty="0" smtClean="0"/>
              <a:t> 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err="1" smtClean="0"/>
              <a:t>Minikube</a:t>
            </a:r>
            <a:r>
              <a:rPr lang="en-US" sz="3600" dirty="0" smtClean="0"/>
              <a:t> </a:t>
            </a:r>
            <a:r>
              <a:rPr lang="en-US" sz="3600" dirty="0" err="1" smtClean="0"/>
              <a:t>permet</a:t>
            </a:r>
            <a:r>
              <a:rPr lang="en-US" sz="3600" dirty="0" smtClean="0"/>
              <a:t> de </a:t>
            </a:r>
            <a:r>
              <a:rPr lang="en-US" sz="3600" dirty="0" err="1" smtClean="0"/>
              <a:t>tourner</a:t>
            </a:r>
            <a:r>
              <a:rPr lang="en-US" sz="3600" dirty="0" smtClean="0"/>
              <a:t> Kubernetes sur un </a:t>
            </a:r>
            <a:r>
              <a:rPr lang="en-US" sz="3600" dirty="0" err="1" smtClean="0"/>
              <a:t>seul</a:t>
            </a:r>
            <a:r>
              <a:rPr lang="en-US" sz="3600" dirty="0" smtClean="0"/>
              <a:t> </a:t>
            </a:r>
            <a:r>
              <a:rPr lang="en-US" sz="3600" dirty="0" err="1" smtClean="0"/>
              <a:t>ordinateur</a:t>
            </a:r>
            <a:r>
              <a:rPr lang="en-US" sz="3600" dirty="0" smtClean="0"/>
              <a:t> </a:t>
            </a:r>
          </a:p>
          <a:p>
            <a:pPr marL="0" indent="0">
              <a:buNone/>
            </a:pPr>
            <a:r>
              <a:rPr lang="en-US" sz="3600" dirty="0" err="1" smtClean="0"/>
              <a:t>L’installation</a:t>
            </a:r>
            <a:r>
              <a:rPr lang="en-US" sz="3600" dirty="0" smtClean="0"/>
              <a:t> </a:t>
            </a:r>
            <a:r>
              <a:rPr lang="en-US" sz="3600" dirty="0" err="1" smtClean="0"/>
              <a:t>est</a:t>
            </a:r>
            <a:r>
              <a:rPr lang="en-US" sz="3600" dirty="0" smtClean="0"/>
              <a:t> simple et </a:t>
            </a:r>
            <a:r>
              <a:rPr lang="en-US" sz="3600" dirty="0" err="1" smtClean="0"/>
              <a:t>abordable</a:t>
            </a:r>
            <a:r>
              <a:rPr lang="en-US" sz="3600" dirty="0" smtClean="0"/>
              <a:t> pour tout le monde, ideal pour des debutants pour faire des testes, pour </a:t>
            </a:r>
            <a:r>
              <a:rPr lang="en-US" sz="3600" dirty="0" err="1" smtClean="0"/>
              <a:t>l’apprentisage</a:t>
            </a:r>
            <a:r>
              <a:rPr lang="en-US" sz="3600" dirty="0" smtClean="0"/>
              <a:t> et </a:t>
            </a:r>
            <a:r>
              <a:rPr lang="en-US" sz="3600" dirty="0" err="1" smtClean="0"/>
              <a:t>c’est</a:t>
            </a:r>
            <a:r>
              <a:rPr lang="en-US" sz="3600" dirty="0" smtClean="0"/>
              <a:t> sans infrastructure </a:t>
            </a:r>
            <a:r>
              <a:rPr lang="en-US" sz="3600" dirty="0" err="1" smtClean="0"/>
              <a:t>complexe</a:t>
            </a:r>
            <a:r>
              <a:rPr lang="en-US" sz="3600" dirty="0" smtClean="0"/>
              <a:t>. </a:t>
            </a:r>
            <a:endParaRPr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de </a:t>
            </a:r>
            <a:r>
              <a:rPr lang="en-US" dirty="0" err="1"/>
              <a:t>minikube</a:t>
            </a:r>
            <a:endParaRPr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27703" y="1952686"/>
            <a:ext cx="7772400" cy="42062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 smtClean="0"/>
              <a:t>Taper la commande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smtClean="0"/>
              <a:t>Définir un emplacement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Vérification de l’installation :</a:t>
            </a:r>
          </a:p>
          <a:p>
            <a:pPr marL="0" indent="0">
              <a:buNone/>
            </a:pPr>
            <a:r>
              <a:rPr lang="fr-FR" dirty="0" smtClean="0"/>
              <a:t> </a:t>
            </a:r>
          </a:p>
          <a:p>
            <a:pPr marL="0" indent="0">
              <a:buNone/>
            </a:pP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1337187" y="2477729"/>
            <a:ext cx="5458581" cy="1002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 </a:t>
            </a:r>
            <a:r>
              <a:rPr lang="fr-FR" dirty="0"/>
              <a:t> </a:t>
            </a:r>
            <a:endParaRPr lang="en-US" dirty="0"/>
          </a:p>
          <a:p>
            <a:endParaRPr lang="fr-FR" dirty="0" smtClean="0"/>
          </a:p>
          <a:p>
            <a:r>
              <a:rPr lang="fr-FR" dirty="0" err="1" smtClean="0"/>
              <a:t>Curl</a:t>
            </a:r>
            <a:r>
              <a:rPr lang="fr-FR" dirty="0" smtClean="0"/>
              <a:t> </a:t>
            </a:r>
            <a:r>
              <a:rPr lang="fr-FR" dirty="0"/>
              <a:t>–LO </a:t>
            </a:r>
            <a:r>
              <a:rPr lang="fr-FR" u="sng" dirty="0">
                <a:hlinkClick r:id="rId2"/>
              </a:rPr>
              <a:t>https://storage.googleapis.com/minikube/releases/latest/minikube-linux-amd64</a:t>
            </a:r>
            <a:endParaRPr lang="en-US" dirty="0"/>
          </a:p>
          <a:p>
            <a:pPr algn="ctr"/>
            <a:r>
              <a:rPr lang="en-US" dirty="0" smtClean="0"/>
              <a:t> </a:t>
            </a:r>
            <a:endParaRPr lang="en-US" dirty="0"/>
          </a:p>
          <a:p>
            <a:pPr algn="ctr"/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1337186" y="4097617"/>
            <a:ext cx="5458581" cy="580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/>
              <a:t>install minikube-linux-amd64   /</a:t>
            </a:r>
            <a:r>
              <a:rPr lang="en-US" dirty="0" err="1"/>
              <a:t>usr</a:t>
            </a:r>
            <a:r>
              <a:rPr lang="en-US" dirty="0"/>
              <a:t>/local/bin/</a:t>
            </a:r>
            <a:r>
              <a:rPr lang="en-US" dirty="0" err="1"/>
              <a:t>minikube</a:t>
            </a:r>
            <a:endParaRPr lang="en-US" dirty="0"/>
          </a:p>
          <a:p>
            <a:pPr algn="ctr"/>
            <a:r>
              <a:rPr lang="en-US" dirty="0" smtClean="0"/>
              <a:t> </a:t>
            </a:r>
            <a:endParaRPr lang="en-US" dirty="0"/>
          </a:p>
          <a:p>
            <a:pPr algn="ctr"/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1337187" y="5431339"/>
            <a:ext cx="5458581" cy="580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r>
              <a:rPr lang="en-US" dirty="0" err="1" smtClean="0"/>
              <a:t>Minikube</a:t>
            </a:r>
            <a:r>
              <a:rPr lang="en-US" dirty="0" smtClean="0"/>
              <a:t> </a:t>
            </a:r>
            <a:r>
              <a:rPr lang="en-US" dirty="0"/>
              <a:t>version</a:t>
            </a:r>
          </a:p>
          <a:p>
            <a:pPr algn="ctr"/>
            <a:r>
              <a:rPr lang="en-US" dirty="0" smtClean="0"/>
              <a:t> </a:t>
            </a:r>
            <a:endParaRPr lang="en-US" dirty="0"/>
          </a:p>
          <a:p>
            <a:pPr algn="ctr"/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Test du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Lancement de </a:t>
            </a:r>
            <a:r>
              <a:rPr lang="fr-FR" dirty="0" err="1" smtClean="0"/>
              <a:t>Minikube</a:t>
            </a:r>
            <a:r>
              <a:rPr lang="fr-FR" dirty="0" smtClean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fr-FR" dirty="0" smtClean="0"/>
              <a:t>À </a:t>
            </a:r>
            <a:r>
              <a:rPr lang="fr-FR" dirty="0"/>
              <a:t>cette étape un cluster est créé et puis vérifier si toute la configuration fonctionne </a:t>
            </a:r>
            <a:endParaRPr lang="en-US" dirty="0"/>
          </a:p>
          <a:p>
            <a:r>
              <a:rPr lang="fr-FR" dirty="0"/>
              <a:t>Vérifier le </a:t>
            </a:r>
            <a:r>
              <a:rPr lang="fr-FR" dirty="0" smtClean="0"/>
              <a:t>cluster  et Vérifier</a:t>
            </a:r>
            <a:r>
              <a:rPr lang="fr-FR" dirty="0"/>
              <a:t> les </a:t>
            </a:r>
            <a:r>
              <a:rPr lang="fr-FR" dirty="0" err="1"/>
              <a:t>pods</a:t>
            </a:r>
            <a:r>
              <a:rPr lang="fr-FR" dirty="0"/>
              <a:t> système </a:t>
            </a:r>
            <a:endParaRPr lang="en-US" dirty="0"/>
          </a:p>
          <a:p>
            <a:pPr lvl="0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337185" y="2558847"/>
            <a:ext cx="5458581" cy="580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pPr algn="ctr"/>
            <a:endParaRPr lang="fr-FR" dirty="0"/>
          </a:p>
          <a:p>
            <a:pPr algn="ctr"/>
            <a:r>
              <a:rPr lang="fr-FR" dirty="0" err="1" smtClean="0"/>
              <a:t>Minikube</a:t>
            </a:r>
            <a:r>
              <a:rPr lang="fr-FR" dirty="0" smtClean="0"/>
              <a:t> </a:t>
            </a:r>
            <a:r>
              <a:rPr lang="fr-FR" dirty="0" err="1"/>
              <a:t>start</a:t>
            </a:r>
            <a:r>
              <a:rPr lang="fr-FR" dirty="0"/>
              <a:t> --driver=docker</a:t>
            </a:r>
            <a:endParaRPr lang="en-US" dirty="0"/>
          </a:p>
          <a:p>
            <a:pPr algn="ctr"/>
            <a:r>
              <a:rPr lang="en-US" dirty="0" smtClean="0"/>
              <a:t> </a:t>
            </a:r>
            <a:endParaRPr lang="en-US" dirty="0"/>
          </a:p>
          <a:p>
            <a:pPr algn="ctr"/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337186" y="4846323"/>
            <a:ext cx="5458581" cy="1086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 smtClean="0"/>
          </a:p>
          <a:p>
            <a:endParaRPr lang="fr-FR" dirty="0"/>
          </a:p>
          <a:p>
            <a:r>
              <a:rPr lang="fr-FR" dirty="0" smtClean="0"/>
              <a:t>		</a:t>
            </a:r>
            <a:r>
              <a:rPr lang="fr-FR" dirty="0" err="1" smtClean="0"/>
              <a:t>Kubectl</a:t>
            </a:r>
            <a:r>
              <a:rPr lang="fr-FR" dirty="0" smtClean="0"/>
              <a:t>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nodes</a:t>
            </a:r>
            <a:r>
              <a:rPr lang="fr-FR" dirty="0"/>
              <a:t> 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		</a:t>
            </a:r>
            <a:r>
              <a:rPr lang="fr-FR" dirty="0" err="1" smtClean="0"/>
              <a:t>Kubectl</a:t>
            </a:r>
            <a:r>
              <a:rPr lang="fr-FR" dirty="0" smtClean="0"/>
              <a:t>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pods</a:t>
            </a:r>
            <a:r>
              <a:rPr lang="fr-FR" dirty="0"/>
              <a:t> -A</a:t>
            </a:r>
            <a:endParaRPr lang="en-US" dirty="0"/>
          </a:p>
          <a:p>
            <a:endParaRPr lang="en-US" dirty="0"/>
          </a:p>
          <a:p>
            <a:pPr algn="ctr"/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Ce rapport a présenté de manière détaillée l’installation et la configuration de </a:t>
            </a:r>
            <a:r>
              <a:rPr lang="fr-FR" sz="3200" spc="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Kubernetes</a:t>
            </a:r>
            <a:r>
              <a:rPr lang="fr-FR" sz="3200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 sous Ubuntu. À travers les différentes étapes décrites, il a été démontré que </a:t>
            </a:r>
            <a:r>
              <a:rPr lang="fr-FR" sz="3200" spc="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Kubernetes</a:t>
            </a:r>
            <a:r>
              <a:rPr lang="fr-FR" sz="3200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 constitue une solution puissante pour l’orchestration des conteneurs</a:t>
            </a:r>
            <a:endParaRPr sz="3200" spc="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À bandes">
  <a:themeElements>
    <a:clrScheme name="À bandes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À bande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À bandes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TM03090430[[fn=À bandes]]</Template>
  <TotalTime>145</TotalTime>
  <Words>461</Words>
  <Application>Microsoft Office PowerPoint</Application>
  <PresentationFormat>Affichage à l'écran (4:3)</PresentationFormat>
  <Paragraphs>138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 Narrow</vt:lpstr>
      <vt:lpstr>Corbel</vt:lpstr>
      <vt:lpstr>Wingdings</vt:lpstr>
      <vt:lpstr>À bandes</vt:lpstr>
      <vt:lpstr>UNIVERSITÉ DE KINSHASA FACULTÉ DES SCIENCES ET TECHNOLOGIES DÉPARTEMENT : MATHEMATIQUE, STATISTIQUES ET INFORMATIQUE</vt:lpstr>
      <vt:lpstr>PLAN DU TRAVAIL</vt:lpstr>
      <vt:lpstr>Origine </vt:lpstr>
      <vt:lpstr>C’est quoi  Kubernetes ?</vt:lpstr>
      <vt:lpstr>Architecture Kubernetes</vt:lpstr>
      <vt:lpstr>Les services de kubernetes</vt:lpstr>
      <vt:lpstr>Type d’installation</vt:lpstr>
      <vt:lpstr>Préparation du système &amp; Prérequis matériels</vt:lpstr>
      <vt:lpstr>MISE A JOUR DES FICHIERS SYSTÈME UBUNTU </vt:lpstr>
      <vt:lpstr>Installation de Docker</vt:lpstr>
      <vt:lpstr>Installation de Composants Kubernetes</vt:lpstr>
      <vt:lpstr> minikube: qu’est-ce ?</vt:lpstr>
      <vt:lpstr>Installation de minikube</vt:lpstr>
      <vt:lpstr>Test du cluster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UNIVERSITÉ DE KINSHASA FACULTÉ DES SCIENCES DÉPARTEMENT INFORMATIQUE</dc:title>
  <dc:subject/>
  <dc:creator/>
  <cp:keywords/>
  <dc:description>generated using python-pptx</dc:description>
  <cp:lastModifiedBy>pc</cp:lastModifiedBy>
  <cp:revision>17</cp:revision>
  <dcterms:created xsi:type="dcterms:W3CDTF">2013-01-27T09:14:16Z</dcterms:created>
  <dcterms:modified xsi:type="dcterms:W3CDTF">2026-02-05T19:49:51Z</dcterms:modified>
  <cp:category/>
</cp:coreProperties>
</file>